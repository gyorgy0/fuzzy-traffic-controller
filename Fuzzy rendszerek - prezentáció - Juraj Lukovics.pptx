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hu-H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6" d="100"/>
          <a:sy n="76" d="100"/>
        </p:scale>
        <p:origin x="90" y="79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7819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7837905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1564783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3052257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4171571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99510702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3185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8831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85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84BD1C-9185-BBA1-A6D5-CFB683B614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4300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41771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514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D00076-214A-08EC-7F4F-2E75F3B3B7B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645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15634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00089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643DE1-F5DE-14B7-D0F2-519E3473DC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3091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80340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8540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297C76-99BC-EFEA-6712-CB67E117A0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8798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69538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981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26C02F-A4E6-AEBD-B1C5-1B45C72DA9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37999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290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246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35A54-B3D8-A949-BFA9-4A75432C54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0928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9879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127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25554C-FBB9-732C-7812-4F6C6F82C8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86201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7941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59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DBC8E9-7A13-781C-DF2D-50DE512C53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6404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28556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6330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1AB74C-0CCD-6F88-F3B7-DA94ED3C2B4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798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37887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1053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6D2CABC-3632-578F-ED16-F287C9FDFB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9872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7113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6547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547C98-64CD-474C-2AA9-B1F350F94B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297163-EFB7-ADBF-7869-FF65BE13859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AD13D5-8F08-664A-FA24-4FFFE034777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3909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49902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2599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FCBAC4-5C9E-D043-7D96-B840F29458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073016" name="Shape 1058"/>
          <p:cNvSpPr>
            <a:spLocks noChangeArrowheads="1" noGrp="1"/>
          </p:cNvSpPr>
          <p:nvPr userDrawn="1"/>
        </p:nvSpPr>
        <p:spPr bwMode="auto">
          <a:xfrm>
            <a:off x="8220990" y="1"/>
            <a:ext cx="3971005" cy="685746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874" y="0"/>
                </a:moveTo>
                <a:lnTo>
                  <a:pt x="3874" y="19794"/>
                </a:lnTo>
                <a:lnTo>
                  <a:pt x="3874" y="19794"/>
                </a:lnTo>
                <a:cubicBezTo>
                  <a:pt x="3874" y="19794"/>
                  <a:pt x="3932" y="19794"/>
                  <a:pt x="3932" y="19794"/>
                </a:cubicBezTo>
                <a:lnTo>
                  <a:pt x="3932" y="19794"/>
                </a:lnTo>
                <a:cubicBezTo>
                  <a:pt x="1759" y="19794"/>
                  <a:pt x="0" y="20605"/>
                  <a:pt x="0" y="21600"/>
                </a:cubicBezTo>
                <a:lnTo>
                  <a:pt x="0" y="21600"/>
                </a:lnTo>
                <a:cubicBezTo>
                  <a:pt x="0" y="22594"/>
                  <a:pt x="1759" y="23405"/>
                  <a:pt x="3932" y="23405"/>
                </a:cubicBezTo>
                <a:lnTo>
                  <a:pt x="3932" y="23405"/>
                </a:lnTo>
                <a:cubicBezTo>
                  <a:pt x="3932" y="23405"/>
                  <a:pt x="3874" y="23405"/>
                  <a:pt x="3874" y="23405"/>
                </a:cubicBezTo>
                <a:lnTo>
                  <a:pt x="3874" y="43200"/>
                </a:lnTo>
                <a:lnTo>
                  <a:pt x="43200" y="43200"/>
                </a:lnTo>
                <a:lnTo>
                  <a:pt x="43200" y="0"/>
                </a:lnTo>
                <a:lnTo>
                  <a:pt x="3874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83926488" name="Shape 1102"/>
          <p:cNvSpPr>
            <a:spLocks noChangeArrowheads="1" noGrp="1"/>
          </p:cNvSpPr>
          <p:nvPr userDrawn="1"/>
        </p:nvSpPr>
        <p:spPr bwMode="auto">
          <a:xfrm>
            <a:off x="8400255" y="3356809"/>
            <a:ext cx="190499" cy="14524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0"/>
                </a:moveTo>
                <a:lnTo>
                  <a:pt x="43200" y="43200"/>
                </a:lnTo>
                <a:lnTo>
                  <a:pt x="0" y="21623"/>
                </a:lnTo>
                <a:lnTo>
                  <a:pt x="43200" y="0"/>
                </a:lnTo>
              </a:path>
            </a:pathLst>
          </a:custGeom>
          <a:solidFill>
            <a:srgbClr val="FFFFFF"/>
          </a:solidFill>
          <a:ln w="9524" cap="rnd">
            <a:solidFill>
              <a:srgbClr val="000000"/>
            </a:solidFill>
            <a:bevel/>
            <a:headEnd/>
            <a:tailEnd/>
          </a:ln>
        </p:spPr>
      </p:sp>
      <p:sp>
        <p:nvSpPr>
          <p:cNvPr id="2113187006" name="Text Placeholder 4"/>
          <p:cNvSpPr>
            <a:spLocks noGrp="1"/>
          </p:cNvSpPr>
          <p:nvPr>
            <p:ph type="subTitle" idx="1"/>
          </p:nvPr>
        </p:nvSpPr>
        <p:spPr bwMode="auto">
          <a:xfrm>
            <a:off x="8881393" y="2597939"/>
            <a:ext cx="2974883" cy="1661581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171450" indent="-171450" algn="l">
              <a:buFont typeface="Arial"/>
              <a:buChar char="•"/>
              <a:defRPr sz="20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656764995" name="Title 1"/>
          <p:cNvSpPr>
            <a:spLocks noGrp="1"/>
          </p:cNvSpPr>
          <p:nvPr>
            <p:ph type="title"/>
          </p:nvPr>
        </p:nvSpPr>
        <p:spPr bwMode="auto">
          <a:xfrm>
            <a:off x="623395" y="2569090"/>
            <a:ext cx="7383251" cy="1654020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14974854" name="Date Placeholder 10"/>
          <p:cNvSpPr>
            <a:spLocks noGrp="1"/>
          </p:cNvSpPr>
          <p:nvPr>
            <p:ph type="dt" sz="half" idx="15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779015824" name="Footer Placeholder 11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80660" name="Slide Number Placeholder 12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9762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7525225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559691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0249475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1429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219782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4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8712243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7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accent6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635206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9144445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4893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05106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15413" y="1595438"/>
            <a:ext cx="5178986" cy="451484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4649063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595438"/>
            <a:ext cx="5178986" cy="451484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156165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78262026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92323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  <p:sp>
        <p:nvSpPr>
          <p:cNvPr id="410675234" name="Title 7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01167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15413" y="1535113"/>
            <a:ext cx="5181103" cy="63976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493947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15413" y="2174874"/>
            <a:ext cx="518110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2126715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7" y="1535113"/>
            <a:ext cx="5183210" cy="63976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5954872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7" y="2174874"/>
            <a:ext cx="518321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5613725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211643568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4206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  <p:sp>
        <p:nvSpPr>
          <p:cNvPr id="1158553728" name="Title 9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70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3334535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39491096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805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9011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0304643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87596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508271" name="Title 1"/>
          <p:cNvSpPr>
            <a:spLocks noGrp="1"/>
          </p:cNvSpPr>
          <p:nvPr>
            <p:ph type="title"/>
          </p:nvPr>
        </p:nvSpPr>
        <p:spPr bwMode="auto">
          <a:xfrm>
            <a:off x="609610" y="273054"/>
            <a:ext cx="4011084" cy="1162049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11453923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8160857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10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7116868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9771068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9745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2692124" name="Title 1"/>
          <p:cNvSpPr>
            <a:spLocks noGrp="1"/>
          </p:cNvSpPr>
          <p:nvPr>
            <p:ph type="title"/>
          </p:nvPr>
        </p:nvSpPr>
        <p:spPr bwMode="auto">
          <a:xfrm>
            <a:off x="815413" y="4800603"/>
            <a:ext cx="10561173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25648156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815413" y="612778"/>
            <a:ext cx="10561173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69392756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15413" y="5367337"/>
            <a:ext cx="10561173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4865641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7648781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409504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7823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6852595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369882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7157074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51543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02512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42"/>
            <a:ext cx="2743200" cy="5835649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5856713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42"/>
            <a:ext cx="8026399" cy="5835649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895898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19473284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0628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738782" name="Shape 1100"/>
          <p:cNvSpPr>
            <a:spLocks noChangeArrowheads="1" noGrp="1"/>
          </p:cNvSpPr>
          <p:nvPr userDrawn="1"/>
        </p:nvSpPr>
        <p:spPr bwMode="auto">
          <a:xfrm>
            <a:off x="3669" y="270"/>
            <a:ext cx="12184661" cy="6857460"/>
          </a:xfrm>
          <a:custGeom>
            <a:avLst/>
            <a:gdLst>
              <a:gd name="connsiteX0" fmla="*/ 43199 w 43199"/>
              <a:gd name="connsiteY0" fmla="*/ 23405 h 43200"/>
              <a:gd name="connsiteX1" fmla="*/ 43199 w 43199"/>
              <a:gd name="connsiteY1" fmla="*/ 23405 h 43200"/>
              <a:gd name="connsiteX2" fmla="*/ 41239 w 43199"/>
              <a:gd name="connsiteY2" fmla="*/ 21600 h 43200"/>
              <a:gd name="connsiteX3" fmla="*/ 43199 w 43199"/>
              <a:gd name="connsiteY3" fmla="*/ 19794 h 43200"/>
              <a:gd name="connsiteX4" fmla="*/ 43199 w 43199"/>
              <a:gd name="connsiteY4" fmla="*/ 19794 h 43200"/>
              <a:gd name="connsiteX5" fmla="*/ 43174 w 43199"/>
              <a:gd name="connsiteY5" fmla="*/ 19794 h 43200"/>
              <a:gd name="connsiteX6" fmla="*/ 43174 w 43199"/>
              <a:gd name="connsiteY6" fmla="*/ 0 h 43200"/>
              <a:gd name="connsiteX7" fmla="*/ 0 w 43199"/>
              <a:gd name="connsiteY7" fmla="*/ 0 h 43200"/>
              <a:gd name="connsiteX8" fmla="*/ 0 w 43199"/>
              <a:gd name="connsiteY8" fmla="*/ 43200 h 43200"/>
              <a:gd name="connsiteX9" fmla="*/ 43174 w 43199"/>
              <a:gd name="connsiteY9" fmla="*/ 43200 h 43200"/>
              <a:gd name="connsiteX10" fmla="*/ 43174 w 43199"/>
              <a:gd name="connsiteY10" fmla="*/ 23405 h 43200"/>
              <a:gd name="connsiteX11" fmla="*/ 43174 w 43199"/>
              <a:gd name="connsiteY11" fmla="*/ 23405 h 43200"/>
              <a:gd name="connsiteX12" fmla="*/ 43199 w 43199"/>
              <a:gd name="connsiteY12" fmla="*/ 23405 h 43200"/>
              <a:gd name="connsiteX0" fmla="*/ 43199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19794 h 43200"/>
              <a:gd name="connsiteX5" fmla="*/ 43174 w 43199"/>
              <a:gd name="connsiteY5" fmla="*/ 0 h 43200"/>
              <a:gd name="connsiteX6" fmla="*/ 0 w 43199"/>
              <a:gd name="connsiteY6" fmla="*/ 0 h 43200"/>
              <a:gd name="connsiteX7" fmla="*/ 0 w 43199"/>
              <a:gd name="connsiteY7" fmla="*/ 43200 h 43200"/>
              <a:gd name="connsiteX8" fmla="*/ 43174 w 43199"/>
              <a:gd name="connsiteY8" fmla="*/ 43200 h 43200"/>
              <a:gd name="connsiteX9" fmla="*/ 43174 w 43199"/>
              <a:gd name="connsiteY9" fmla="*/ 23405 h 43200"/>
              <a:gd name="connsiteX10" fmla="*/ 43174 w 43199"/>
              <a:gd name="connsiteY10" fmla="*/ 23405 h 43200"/>
              <a:gd name="connsiteX11" fmla="*/ 43199 w 43199"/>
              <a:gd name="connsiteY11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19794 h 43200"/>
              <a:gd name="connsiteX5" fmla="*/ 43174 w 43199"/>
              <a:gd name="connsiteY5" fmla="*/ 0 h 43200"/>
              <a:gd name="connsiteX6" fmla="*/ 0 w 43199"/>
              <a:gd name="connsiteY6" fmla="*/ 0 h 43200"/>
              <a:gd name="connsiteX7" fmla="*/ 0 w 43199"/>
              <a:gd name="connsiteY7" fmla="*/ 43200 h 43200"/>
              <a:gd name="connsiteX8" fmla="*/ 43174 w 43199"/>
              <a:gd name="connsiteY8" fmla="*/ 43200 h 43200"/>
              <a:gd name="connsiteX9" fmla="*/ 43174 w 43199"/>
              <a:gd name="connsiteY9" fmla="*/ 23405 h 43200"/>
              <a:gd name="connsiteX10" fmla="*/ 43174 w 43199"/>
              <a:gd name="connsiteY10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8" fmla="*/ 43174 w 43199"/>
              <a:gd name="connsiteY8" fmla="*/ 23405 h 43200"/>
              <a:gd name="connsiteX9" fmla="*/ 43174 w 43199"/>
              <a:gd name="connsiteY9" fmla="*/ 23405 h 43200"/>
              <a:gd name="connsiteX0" fmla="*/ 43174 w 43199"/>
              <a:gd name="connsiteY0" fmla="*/ 23405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8" fmla="*/ 43174 w 43199"/>
              <a:gd name="connsiteY8" fmla="*/ 23405 h 43200"/>
              <a:gd name="connsiteX0" fmla="*/ 43174 w 43199"/>
              <a:gd name="connsiteY0" fmla="*/ 43200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99 w 43199"/>
              <a:gd name="connsiteY3" fmla="*/ 19794 h 43200"/>
              <a:gd name="connsiteX4" fmla="*/ 43174 w 43199"/>
              <a:gd name="connsiteY4" fmla="*/ 0 h 43200"/>
              <a:gd name="connsiteX5" fmla="*/ 0 w 43199"/>
              <a:gd name="connsiteY5" fmla="*/ 0 h 43200"/>
              <a:gd name="connsiteX6" fmla="*/ 0 w 43199"/>
              <a:gd name="connsiteY6" fmla="*/ 43200 h 43200"/>
              <a:gd name="connsiteX7" fmla="*/ 43174 w 43199"/>
              <a:gd name="connsiteY7" fmla="*/ 43200 h 43200"/>
              <a:gd name="connsiteX0" fmla="*/ 43174 w 43199"/>
              <a:gd name="connsiteY0" fmla="*/ 43200 h 43200"/>
              <a:gd name="connsiteX1" fmla="*/ 43199 w 43199"/>
              <a:gd name="connsiteY1" fmla="*/ 23405 h 43200"/>
              <a:gd name="connsiteX2" fmla="*/ 43199 w 43199"/>
              <a:gd name="connsiteY2" fmla="*/ 19794 h 43200"/>
              <a:gd name="connsiteX3" fmla="*/ 43174 w 43199"/>
              <a:gd name="connsiteY3" fmla="*/ 0 h 43200"/>
              <a:gd name="connsiteX4" fmla="*/ 0 w 43199"/>
              <a:gd name="connsiteY4" fmla="*/ 0 h 43200"/>
              <a:gd name="connsiteX5" fmla="*/ 0 w 43199"/>
              <a:gd name="connsiteY5" fmla="*/ 43200 h 43200"/>
              <a:gd name="connsiteX6" fmla="*/ 43174 w 43199"/>
              <a:gd name="connsiteY6" fmla="*/ 43200 h 43200"/>
              <a:gd name="connsiteX0" fmla="*/ 43174 w 46380"/>
              <a:gd name="connsiteY0" fmla="*/ 43200 h 43200"/>
              <a:gd name="connsiteX1" fmla="*/ 43199 w 46380"/>
              <a:gd name="connsiteY1" fmla="*/ 19794 h 43200"/>
              <a:gd name="connsiteX2" fmla="*/ 43174 w 46380"/>
              <a:gd name="connsiteY2" fmla="*/ 0 h 43200"/>
              <a:gd name="connsiteX3" fmla="*/ 0 w 46380"/>
              <a:gd name="connsiteY3" fmla="*/ 0 h 43200"/>
              <a:gd name="connsiteX4" fmla="*/ 0 w 46380"/>
              <a:gd name="connsiteY4" fmla="*/ 43200 h 43200"/>
              <a:gd name="connsiteX5" fmla="*/ 43174 w 46380"/>
              <a:gd name="connsiteY5" fmla="*/ 43200 h 43200"/>
              <a:gd name="connsiteX0" fmla="*/ 43174 w 43199"/>
              <a:gd name="connsiteY0" fmla="*/ 43200 h 43200"/>
              <a:gd name="connsiteX1" fmla="*/ 43199 w 43199"/>
              <a:gd name="connsiteY1" fmla="*/ 19794 h 43200"/>
              <a:gd name="connsiteX2" fmla="*/ 43174 w 43199"/>
              <a:gd name="connsiteY2" fmla="*/ 0 h 43200"/>
              <a:gd name="connsiteX3" fmla="*/ 0 w 43199"/>
              <a:gd name="connsiteY3" fmla="*/ 0 h 43200"/>
              <a:gd name="connsiteX4" fmla="*/ 0 w 43199"/>
              <a:gd name="connsiteY4" fmla="*/ 43200 h 43200"/>
              <a:gd name="connsiteX5" fmla="*/ 43174 w 43199"/>
              <a:gd name="connsiteY5" fmla="*/ 43200 h 43200"/>
              <a:gd name="connsiteX0" fmla="*/ 43174 w 43174"/>
              <a:gd name="connsiteY0" fmla="*/ 43200 h 43200"/>
              <a:gd name="connsiteX1" fmla="*/ 43174 w 43174"/>
              <a:gd name="connsiteY1" fmla="*/ 0 h 43200"/>
              <a:gd name="connsiteX2" fmla="*/ 0 w 43174"/>
              <a:gd name="connsiteY2" fmla="*/ 0 h 43200"/>
              <a:gd name="connsiteX3" fmla="*/ 0 w 43174"/>
              <a:gd name="connsiteY3" fmla="*/ 43200 h 43200"/>
              <a:gd name="connsiteX4" fmla="*/ 43174 w 43174"/>
              <a:gd name="connsiteY4" fmla="*/ 43200 h 43200"/>
              <a:gd name="connsiteX0" fmla="*/ 43174 w 43174"/>
              <a:gd name="connsiteY0" fmla="*/ 43200 h 43200"/>
              <a:gd name="connsiteX1" fmla="*/ 43174 w 43174"/>
              <a:gd name="connsiteY1" fmla="*/ 0 h 43200"/>
              <a:gd name="connsiteX2" fmla="*/ 0 w 43174"/>
              <a:gd name="connsiteY2" fmla="*/ 0 h 43200"/>
              <a:gd name="connsiteX3" fmla="*/ 0 w 43174"/>
              <a:gd name="connsiteY3" fmla="*/ 43200 h 43200"/>
              <a:gd name="connsiteX4" fmla="*/ 43174 w 43174"/>
              <a:gd name="connsiteY4" fmla="*/ 43200 h 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174" h="43200" fill="norm" stroke="0" extrusionOk="0">
                <a:moveTo>
                  <a:pt x="43174" y="43200"/>
                </a:moveTo>
                <a:lnTo>
                  <a:pt x="43174" y="0"/>
                </a:lnTo>
                <a:lnTo>
                  <a:pt x="0" y="0"/>
                </a:lnTo>
                <a:lnTo>
                  <a:pt x="0" y="43200"/>
                </a:lnTo>
                <a:lnTo>
                  <a:pt x="43174" y="43200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42135229" name="Shape 1103"/>
          <p:cNvSpPr>
            <a:spLocks noChangeArrowheads="1" noGrp="1"/>
          </p:cNvSpPr>
          <p:nvPr userDrawn="1"/>
        </p:nvSpPr>
        <p:spPr bwMode="auto">
          <a:xfrm>
            <a:off x="183165" y="101751"/>
            <a:ext cx="7789614" cy="58578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599"/>
                </a:moveTo>
                <a:lnTo>
                  <a:pt x="43199" y="21599"/>
                </a:lnTo>
                <a:lnTo>
                  <a:pt x="43199" y="21599"/>
                </a:lnTo>
                <a:cubicBezTo>
                  <a:pt x="43199" y="21599"/>
                  <a:pt x="43199" y="21599"/>
                  <a:pt x="43199" y="21599"/>
                </a:cubicBezTo>
                <a:lnTo>
                  <a:pt x="43199" y="21599"/>
                </a:lnTo>
                <a:lnTo>
                  <a:pt x="43199" y="21599"/>
                </a:lnTo>
                <a:cubicBezTo>
                  <a:pt x="43199" y="33449"/>
                  <a:pt x="33448" y="43199"/>
                  <a:pt x="21600" y="43199"/>
                </a:cubicBezTo>
                <a:lnTo>
                  <a:pt x="21600" y="43199"/>
                </a:lnTo>
                <a:cubicBezTo>
                  <a:pt x="9749" y="43199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49" y="0"/>
                  <a:pt x="21600" y="0"/>
                </a:cubicBezTo>
                <a:lnTo>
                  <a:pt x="21600" y="0"/>
                </a:lnTo>
                <a:cubicBezTo>
                  <a:pt x="33448" y="0"/>
                  <a:pt x="43199" y="9750"/>
                  <a:pt x="43199" y="21599"/>
                </a:cubicBezTo>
              </a:path>
            </a:pathLst>
          </a:custGeom>
          <a:solidFill>
            <a:srgbClr val="FFFFFF">
              <a:alpha val="156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54646214" name="Shape 1104"/>
          <p:cNvSpPr>
            <a:spLocks noChangeArrowheads="1" noGrp="1"/>
          </p:cNvSpPr>
          <p:nvPr userDrawn="1"/>
        </p:nvSpPr>
        <p:spPr bwMode="auto">
          <a:xfrm>
            <a:off x="244971" y="130323"/>
            <a:ext cx="7610403" cy="572343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49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49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313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00506319" name="Shape 1105"/>
          <p:cNvSpPr>
            <a:spLocks noChangeArrowheads="1" noGrp="1"/>
          </p:cNvSpPr>
          <p:nvPr userDrawn="1"/>
        </p:nvSpPr>
        <p:spPr bwMode="auto">
          <a:xfrm>
            <a:off x="306493" y="159054"/>
            <a:ext cx="7431757" cy="558883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50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49" y="43200"/>
                  <a:pt x="0" y="33450"/>
                  <a:pt x="0" y="21599"/>
                </a:cubicBezTo>
                <a:lnTo>
                  <a:pt x="0" y="21599"/>
                </a:lnTo>
                <a:cubicBezTo>
                  <a:pt x="0" y="9750"/>
                  <a:pt x="9749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470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47710199" name="Shape 1106"/>
          <p:cNvSpPr>
            <a:spLocks noChangeArrowheads="1" noGrp="1"/>
          </p:cNvSpPr>
          <p:nvPr userDrawn="1"/>
        </p:nvSpPr>
        <p:spPr bwMode="auto">
          <a:xfrm>
            <a:off x="368021" y="187787"/>
            <a:ext cx="7252827" cy="545437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7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7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49"/>
                  <a:pt x="43200" y="21599"/>
                </a:cubicBezTo>
              </a:path>
            </a:pathLst>
          </a:custGeom>
          <a:solidFill>
            <a:srgbClr val="FFFFFF">
              <a:alpha val="627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163648" name="Shape 1107"/>
          <p:cNvSpPr>
            <a:spLocks noChangeArrowheads="1" noGrp="1"/>
          </p:cNvSpPr>
          <p:nvPr userDrawn="1"/>
        </p:nvSpPr>
        <p:spPr bwMode="auto">
          <a:xfrm>
            <a:off x="429541" y="216360"/>
            <a:ext cx="7074181" cy="53199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8"/>
                  <a:pt x="33448" y="43200"/>
                  <a:pt x="21600" y="43200"/>
                </a:cubicBezTo>
                <a:lnTo>
                  <a:pt x="21600" y="43200"/>
                </a:lnTo>
                <a:cubicBezTo>
                  <a:pt x="9751" y="43200"/>
                  <a:pt x="0" y="33448"/>
                  <a:pt x="0" y="21599"/>
                </a:cubicBezTo>
                <a:lnTo>
                  <a:pt x="0" y="21599"/>
                </a:lnTo>
                <a:cubicBezTo>
                  <a:pt x="0" y="9751"/>
                  <a:pt x="9751" y="0"/>
                  <a:pt x="21600" y="0"/>
                </a:cubicBezTo>
                <a:lnTo>
                  <a:pt x="21600" y="0"/>
                </a:lnTo>
                <a:cubicBezTo>
                  <a:pt x="33448" y="0"/>
                  <a:pt x="43200" y="9751"/>
                  <a:pt x="43200" y="21599"/>
                </a:cubicBezTo>
              </a:path>
            </a:pathLst>
          </a:custGeom>
          <a:solidFill>
            <a:srgbClr val="FFFFFF">
              <a:alpha val="7843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5540002" name="Shape 1108"/>
          <p:cNvSpPr>
            <a:spLocks noChangeArrowheads="1" noGrp="1"/>
          </p:cNvSpPr>
          <p:nvPr userDrawn="1"/>
        </p:nvSpPr>
        <p:spPr bwMode="auto">
          <a:xfrm>
            <a:off x="491347" y="245090"/>
            <a:ext cx="6894970" cy="518531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9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9" y="0"/>
                </a:cubicBezTo>
                <a:lnTo>
                  <a:pt x="21599" y="0"/>
                </a:lnTo>
                <a:cubicBezTo>
                  <a:pt x="33449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9411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24849731" name="Shape 1109"/>
          <p:cNvSpPr>
            <a:spLocks noChangeArrowheads="1" noGrp="1"/>
          </p:cNvSpPr>
          <p:nvPr userDrawn="1"/>
        </p:nvSpPr>
        <p:spPr bwMode="auto">
          <a:xfrm>
            <a:off x="552877" y="273821"/>
            <a:ext cx="6716041" cy="505071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8"/>
                  <a:pt x="33449" y="43199"/>
                  <a:pt x="21600" y="43199"/>
                </a:cubicBezTo>
                <a:lnTo>
                  <a:pt x="21600" y="43199"/>
                </a:lnTo>
                <a:cubicBezTo>
                  <a:pt x="9750" y="43199"/>
                  <a:pt x="0" y="33448"/>
                  <a:pt x="0" y="21600"/>
                </a:cubicBezTo>
                <a:lnTo>
                  <a:pt x="0" y="21600"/>
                </a:lnTo>
                <a:cubicBezTo>
                  <a:pt x="0" y="9748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200" y="9748"/>
                  <a:pt x="43200" y="21600"/>
                </a:cubicBezTo>
              </a:path>
            </a:pathLst>
          </a:custGeom>
          <a:solidFill>
            <a:srgbClr val="FFFFFF">
              <a:alpha val="1098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34178898" name="Shape 1110"/>
          <p:cNvSpPr>
            <a:spLocks noChangeArrowheads="1" noGrp="1"/>
          </p:cNvSpPr>
          <p:nvPr userDrawn="1"/>
        </p:nvSpPr>
        <p:spPr bwMode="auto">
          <a:xfrm>
            <a:off x="614397" y="302395"/>
            <a:ext cx="6537394" cy="49162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600"/>
                </a:moveTo>
                <a:lnTo>
                  <a:pt x="43199" y="21600"/>
                </a:lnTo>
                <a:lnTo>
                  <a:pt x="43199" y="21600"/>
                </a:lnTo>
                <a:cubicBezTo>
                  <a:pt x="43199" y="21600"/>
                  <a:pt x="43199" y="21600"/>
                  <a:pt x="43199" y="21600"/>
                </a:cubicBezTo>
                <a:lnTo>
                  <a:pt x="43199" y="21600"/>
                </a:lnTo>
                <a:lnTo>
                  <a:pt x="43199" y="21600"/>
                </a:lnTo>
                <a:cubicBezTo>
                  <a:pt x="43199" y="33449"/>
                  <a:pt x="33449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199" y="9751"/>
                  <a:pt x="43199" y="21600"/>
                </a:cubicBezTo>
              </a:path>
            </a:pathLst>
          </a:custGeom>
          <a:solidFill>
            <a:srgbClr val="FFFFFF">
              <a:alpha val="1254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31175160" name="Shape 1111"/>
          <p:cNvSpPr>
            <a:spLocks noChangeArrowheads="1" noGrp="1"/>
          </p:cNvSpPr>
          <p:nvPr userDrawn="1"/>
        </p:nvSpPr>
        <p:spPr bwMode="auto">
          <a:xfrm>
            <a:off x="676203" y="331128"/>
            <a:ext cx="6358183" cy="4781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600"/>
                </a:moveTo>
                <a:lnTo>
                  <a:pt x="43199" y="21600"/>
                </a:lnTo>
                <a:lnTo>
                  <a:pt x="43199" y="21600"/>
                </a:lnTo>
                <a:cubicBezTo>
                  <a:pt x="43199" y="21600"/>
                  <a:pt x="43199" y="21600"/>
                  <a:pt x="43199" y="21600"/>
                </a:cubicBezTo>
                <a:lnTo>
                  <a:pt x="43199" y="21600"/>
                </a:lnTo>
                <a:lnTo>
                  <a:pt x="43199" y="21600"/>
                </a:lnTo>
                <a:cubicBezTo>
                  <a:pt x="43199" y="33449"/>
                  <a:pt x="33449" y="43199"/>
                  <a:pt x="21598" y="43199"/>
                </a:cubicBezTo>
                <a:lnTo>
                  <a:pt x="21598" y="43199"/>
                </a:lnTo>
                <a:cubicBezTo>
                  <a:pt x="9750" y="43199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8" y="0"/>
                </a:cubicBezTo>
                <a:lnTo>
                  <a:pt x="21598" y="0"/>
                </a:lnTo>
                <a:cubicBezTo>
                  <a:pt x="33449" y="0"/>
                  <a:pt x="43199" y="9750"/>
                  <a:pt x="43199" y="21600"/>
                </a:cubicBezTo>
              </a:path>
            </a:pathLst>
          </a:custGeom>
          <a:solidFill>
            <a:srgbClr val="FFFFFF">
              <a:alpha val="1411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4413748" name="Shape 1112"/>
          <p:cNvSpPr>
            <a:spLocks noChangeArrowheads="1" noGrp="1"/>
          </p:cNvSpPr>
          <p:nvPr userDrawn="1"/>
        </p:nvSpPr>
        <p:spPr bwMode="auto">
          <a:xfrm>
            <a:off x="737731" y="359857"/>
            <a:ext cx="6179254" cy="464703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8" y="43199"/>
                  <a:pt x="21599" y="43199"/>
                </a:cubicBezTo>
                <a:lnTo>
                  <a:pt x="21599" y="43199"/>
                </a:lnTo>
                <a:cubicBezTo>
                  <a:pt x="9750" y="43199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1"/>
                  <a:pt x="9750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1"/>
                  <a:pt x="43200" y="21599"/>
                </a:cubicBezTo>
              </a:path>
            </a:pathLst>
          </a:custGeom>
          <a:solidFill>
            <a:srgbClr val="FFFFFF">
              <a:alpha val="15686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89715672" name="Shape 1113"/>
          <p:cNvSpPr>
            <a:spLocks noChangeArrowheads="1" noGrp="1"/>
          </p:cNvSpPr>
          <p:nvPr userDrawn="1"/>
        </p:nvSpPr>
        <p:spPr bwMode="auto">
          <a:xfrm>
            <a:off x="799253" y="388590"/>
            <a:ext cx="6000607" cy="451243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49" y="43200"/>
                  <a:pt x="21600" y="43200"/>
                </a:cubicBezTo>
                <a:lnTo>
                  <a:pt x="21600" y="43200"/>
                </a:lnTo>
                <a:cubicBezTo>
                  <a:pt x="9750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600" y="0"/>
                </a:cubicBezTo>
                <a:lnTo>
                  <a:pt x="21600" y="0"/>
                </a:lnTo>
                <a:cubicBezTo>
                  <a:pt x="33449" y="0"/>
                  <a:pt x="43200" y="9749"/>
                  <a:pt x="43200" y="21599"/>
                </a:cubicBezTo>
              </a:path>
            </a:pathLst>
          </a:custGeom>
          <a:solidFill>
            <a:srgbClr val="FFFFFF">
              <a:alpha val="17647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95263188" name="Shape 1114"/>
          <p:cNvSpPr>
            <a:spLocks noChangeArrowheads="1" noGrp="1"/>
          </p:cNvSpPr>
          <p:nvPr userDrawn="1"/>
        </p:nvSpPr>
        <p:spPr bwMode="auto">
          <a:xfrm>
            <a:off x="860777" y="417163"/>
            <a:ext cx="5821679" cy="437797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9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50" y="0"/>
                  <a:pt x="21599" y="0"/>
                </a:cubicBezTo>
                <a:lnTo>
                  <a:pt x="21599" y="0"/>
                </a:lnTo>
                <a:cubicBezTo>
                  <a:pt x="33449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1921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03023669" name="Shape 1115"/>
          <p:cNvSpPr>
            <a:spLocks noChangeArrowheads="1" noGrp="1"/>
          </p:cNvSpPr>
          <p:nvPr userDrawn="1"/>
        </p:nvSpPr>
        <p:spPr bwMode="auto">
          <a:xfrm>
            <a:off x="922587" y="445894"/>
            <a:ext cx="5642750" cy="42435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48" y="43200"/>
                  <a:pt x="21600" y="43200"/>
                </a:cubicBezTo>
                <a:lnTo>
                  <a:pt x="21600" y="43200"/>
                </a:lnTo>
                <a:cubicBezTo>
                  <a:pt x="9748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48" y="0"/>
                  <a:pt x="21600" y="0"/>
                </a:cubicBezTo>
                <a:lnTo>
                  <a:pt x="21600" y="0"/>
                </a:lnTo>
                <a:cubicBezTo>
                  <a:pt x="33448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2078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38418308" name="Shape 1116"/>
          <p:cNvSpPr>
            <a:spLocks noChangeArrowheads="1" noGrp="1"/>
          </p:cNvSpPr>
          <p:nvPr userDrawn="1"/>
        </p:nvSpPr>
        <p:spPr bwMode="auto">
          <a:xfrm>
            <a:off x="984107" y="474624"/>
            <a:ext cx="5463821" cy="410891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199" y="21599"/>
                </a:moveTo>
                <a:lnTo>
                  <a:pt x="43199" y="21599"/>
                </a:lnTo>
                <a:lnTo>
                  <a:pt x="43199" y="21599"/>
                </a:lnTo>
                <a:cubicBezTo>
                  <a:pt x="43199" y="21599"/>
                  <a:pt x="43199" y="21599"/>
                  <a:pt x="43199" y="21599"/>
                </a:cubicBezTo>
                <a:lnTo>
                  <a:pt x="43199" y="21599"/>
                </a:lnTo>
                <a:lnTo>
                  <a:pt x="43199" y="21599"/>
                </a:lnTo>
                <a:cubicBezTo>
                  <a:pt x="43199" y="33448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50" y="43200"/>
                  <a:pt x="0" y="33448"/>
                  <a:pt x="0" y="21599"/>
                </a:cubicBezTo>
                <a:lnTo>
                  <a:pt x="0" y="21599"/>
                </a:lnTo>
                <a:cubicBezTo>
                  <a:pt x="0" y="9749"/>
                  <a:pt x="9750" y="0"/>
                  <a:pt x="21599" y="0"/>
                </a:cubicBezTo>
                <a:lnTo>
                  <a:pt x="21599" y="0"/>
                </a:lnTo>
                <a:cubicBezTo>
                  <a:pt x="33448" y="0"/>
                  <a:pt x="43199" y="9749"/>
                  <a:pt x="43199" y="21599"/>
                </a:cubicBezTo>
              </a:path>
            </a:pathLst>
          </a:custGeom>
          <a:solidFill>
            <a:srgbClr val="FFFFFF">
              <a:alpha val="22352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36566115" name="Shape 1117"/>
          <p:cNvSpPr>
            <a:spLocks noChangeArrowheads="1" noGrp="1"/>
          </p:cNvSpPr>
          <p:nvPr userDrawn="1"/>
        </p:nvSpPr>
        <p:spPr bwMode="auto">
          <a:xfrm>
            <a:off x="1045632" y="503197"/>
            <a:ext cx="5284893" cy="397446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599"/>
                </a:moveTo>
                <a:lnTo>
                  <a:pt x="43200" y="21599"/>
                </a:lnTo>
                <a:lnTo>
                  <a:pt x="43200" y="21599"/>
                </a:lnTo>
                <a:cubicBezTo>
                  <a:pt x="43200" y="21599"/>
                  <a:pt x="43200" y="21599"/>
                  <a:pt x="43200" y="21599"/>
                </a:cubicBezTo>
                <a:lnTo>
                  <a:pt x="43200" y="21599"/>
                </a:lnTo>
                <a:lnTo>
                  <a:pt x="43200" y="21599"/>
                </a:lnTo>
                <a:cubicBezTo>
                  <a:pt x="43200" y="33449"/>
                  <a:pt x="33450" y="43200"/>
                  <a:pt x="21599" y="43200"/>
                </a:cubicBezTo>
                <a:lnTo>
                  <a:pt x="21599" y="43200"/>
                </a:lnTo>
                <a:cubicBezTo>
                  <a:pt x="9751" y="43200"/>
                  <a:pt x="0" y="33449"/>
                  <a:pt x="0" y="21599"/>
                </a:cubicBezTo>
                <a:lnTo>
                  <a:pt x="0" y="21599"/>
                </a:lnTo>
                <a:cubicBezTo>
                  <a:pt x="0" y="9750"/>
                  <a:pt x="9751" y="0"/>
                  <a:pt x="21599" y="0"/>
                </a:cubicBezTo>
                <a:lnTo>
                  <a:pt x="21599" y="0"/>
                </a:lnTo>
                <a:cubicBezTo>
                  <a:pt x="33450" y="0"/>
                  <a:pt x="43200" y="9750"/>
                  <a:pt x="43200" y="21599"/>
                </a:cubicBezTo>
              </a:path>
            </a:pathLst>
          </a:custGeom>
          <a:solidFill>
            <a:srgbClr val="FFFFFF">
              <a:alpha val="23921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251974320" name="Shape 1118"/>
          <p:cNvSpPr>
            <a:spLocks noChangeArrowheads="1" noGrp="1"/>
          </p:cNvSpPr>
          <p:nvPr userDrawn="1"/>
        </p:nvSpPr>
        <p:spPr bwMode="auto">
          <a:xfrm>
            <a:off x="1107443" y="531930"/>
            <a:ext cx="5105963" cy="383985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9"/>
                  <a:pt x="33448" y="43200"/>
                  <a:pt x="21599" y="43200"/>
                </a:cubicBezTo>
                <a:lnTo>
                  <a:pt x="21599" y="43200"/>
                </a:lnTo>
                <a:cubicBezTo>
                  <a:pt x="9749" y="43200"/>
                  <a:pt x="0" y="33449"/>
                  <a:pt x="0" y="21600"/>
                </a:cubicBezTo>
                <a:lnTo>
                  <a:pt x="0" y="21600"/>
                </a:lnTo>
                <a:cubicBezTo>
                  <a:pt x="0" y="9750"/>
                  <a:pt x="9749" y="0"/>
                  <a:pt x="21599" y="0"/>
                </a:cubicBezTo>
                <a:lnTo>
                  <a:pt x="21599" y="0"/>
                </a:lnTo>
                <a:cubicBezTo>
                  <a:pt x="33448" y="0"/>
                  <a:pt x="43200" y="9750"/>
                  <a:pt x="43200" y="21600"/>
                </a:cubicBezTo>
              </a:path>
            </a:pathLst>
          </a:custGeom>
          <a:solidFill>
            <a:srgbClr val="FFFFFF">
              <a:alpha val="2549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41635161" name="Shape 1119"/>
          <p:cNvSpPr>
            <a:spLocks noChangeArrowheads="1" noGrp="1"/>
          </p:cNvSpPr>
          <p:nvPr userDrawn="1"/>
        </p:nvSpPr>
        <p:spPr bwMode="auto">
          <a:xfrm>
            <a:off x="1168963" y="560659"/>
            <a:ext cx="4927034" cy="37052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21600"/>
                </a:moveTo>
                <a:lnTo>
                  <a:pt x="43200" y="21600"/>
                </a:lnTo>
                <a:lnTo>
                  <a:pt x="43200" y="21600"/>
                </a:lnTo>
                <a:cubicBezTo>
                  <a:pt x="43200" y="21600"/>
                  <a:pt x="43200" y="21600"/>
                  <a:pt x="43200" y="21600"/>
                </a:cubicBezTo>
                <a:lnTo>
                  <a:pt x="43200" y="21600"/>
                </a:lnTo>
                <a:lnTo>
                  <a:pt x="43200" y="21600"/>
                </a:lnTo>
                <a:cubicBezTo>
                  <a:pt x="43200" y="33448"/>
                  <a:pt x="33450" y="43200"/>
                  <a:pt x="21600" y="43200"/>
                </a:cubicBezTo>
                <a:lnTo>
                  <a:pt x="21600" y="43200"/>
                </a:lnTo>
                <a:cubicBezTo>
                  <a:pt x="9749" y="43200"/>
                  <a:pt x="0" y="33448"/>
                  <a:pt x="0" y="21600"/>
                </a:cubicBezTo>
                <a:lnTo>
                  <a:pt x="0" y="21600"/>
                </a:lnTo>
                <a:cubicBezTo>
                  <a:pt x="0" y="9749"/>
                  <a:pt x="9749" y="0"/>
                  <a:pt x="21600" y="0"/>
                </a:cubicBezTo>
                <a:lnTo>
                  <a:pt x="21600" y="0"/>
                </a:lnTo>
                <a:cubicBezTo>
                  <a:pt x="33450" y="0"/>
                  <a:pt x="43200" y="9749"/>
                  <a:pt x="43200" y="21600"/>
                </a:cubicBezTo>
              </a:path>
            </a:pathLst>
          </a:custGeom>
          <a:solidFill>
            <a:srgbClr val="FFFFFF">
              <a:alpha val="2705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87902643" name="Shape 1120"/>
          <p:cNvSpPr>
            <a:spLocks noChangeArrowheads="1" noGrp="1"/>
          </p:cNvSpPr>
          <p:nvPr userDrawn="1"/>
        </p:nvSpPr>
        <p:spPr bwMode="auto">
          <a:xfrm>
            <a:off x="2023254" y="5083093"/>
            <a:ext cx="1181945" cy="88892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34" y="0"/>
                  <a:pt x="43200" y="9673"/>
                  <a:pt x="43200" y="21599"/>
                </a:cubicBezTo>
                <a:lnTo>
                  <a:pt x="43200" y="21599"/>
                </a:lnTo>
                <a:cubicBezTo>
                  <a:pt x="43200" y="33533"/>
                  <a:pt x="33534" y="43200"/>
                  <a:pt x="21600" y="43200"/>
                </a:cubicBezTo>
                <a:lnTo>
                  <a:pt x="21600" y="43200"/>
                </a:lnTo>
                <a:cubicBezTo>
                  <a:pt x="9665" y="43200"/>
                  <a:pt x="0" y="33533"/>
                  <a:pt x="0" y="21599"/>
                </a:cubicBezTo>
                <a:lnTo>
                  <a:pt x="0" y="21599"/>
                </a:lnTo>
                <a:cubicBezTo>
                  <a:pt x="0" y="9673"/>
                  <a:pt x="9665" y="0"/>
                  <a:pt x="21600" y="0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97901126" name="Shape 1121"/>
          <p:cNvSpPr>
            <a:spLocks noChangeArrowheads="1" noGrp="1"/>
          </p:cNvSpPr>
          <p:nvPr userDrawn="1"/>
        </p:nvSpPr>
        <p:spPr bwMode="auto">
          <a:xfrm>
            <a:off x="2851007" y="4515765"/>
            <a:ext cx="1869157" cy="140562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6" y="0"/>
                </a:moveTo>
                <a:lnTo>
                  <a:pt x="21596" y="0"/>
                </a:lnTo>
                <a:cubicBezTo>
                  <a:pt x="33526" y="0"/>
                  <a:pt x="43200" y="9669"/>
                  <a:pt x="43200" y="21601"/>
                </a:cubicBezTo>
                <a:lnTo>
                  <a:pt x="43200" y="21601"/>
                </a:lnTo>
                <a:cubicBezTo>
                  <a:pt x="43200" y="33530"/>
                  <a:pt x="33526" y="43200"/>
                  <a:pt x="21596" y="43200"/>
                </a:cubicBezTo>
                <a:lnTo>
                  <a:pt x="21596" y="43200"/>
                </a:lnTo>
                <a:cubicBezTo>
                  <a:pt x="9673" y="43200"/>
                  <a:pt x="0" y="33530"/>
                  <a:pt x="0" y="21601"/>
                </a:cubicBezTo>
                <a:lnTo>
                  <a:pt x="0" y="21601"/>
                </a:lnTo>
                <a:cubicBezTo>
                  <a:pt x="0" y="9669"/>
                  <a:pt x="9673" y="0"/>
                  <a:pt x="21596" y="0"/>
                </a:cubicBezTo>
                <a:close/>
              </a:path>
            </a:pathLst>
          </a:custGeom>
          <a:solidFill>
            <a:srgbClr val="FFFFFF">
              <a:alpha val="1450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3414969" name="Shape 1124"/>
          <p:cNvSpPr>
            <a:spLocks noChangeArrowheads="1" noGrp="1"/>
          </p:cNvSpPr>
          <p:nvPr userDrawn="1"/>
        </p:nvSpPr>
        <p:spPr bwMode="auto">
          <a:xfrm>
            <a:off x="3037839" y="4457826"/>
            <a:ext cx="835941" cy="6287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30" y="0"/>
                  <a:pt x="43200" y="9672"/>
                  <a:pt x="43200" y="21604"/>
                </a:cubicBezTo>
                <a:lnTo>
                  <a:pt x="43200" y="21604"/>
                </a:lnTo>
                <a:cubicBezTo>
                  <a:pt x="43200" y="33525"/>
                  <a:pt x="33530" y="43200"/>
                  <a:pt x="21600" y="43200"/>
                </a:cubicBezTo>
                <a:lnTo>
                  <a:pt x="21600" y="43200"/>
                </a:lnTo>
                <a:cubicBezTo>
                  <a:pt x="9669" y="43200"/>
                  <a:pt x="0" y="33525"/>
                  <a:pt x="0" y="21604"/>
                </a:cubicBezTo>
                <a:lnTo>
                  <a:pt x="0" y="21604"/>
                </a:lnTo>
                <a:cubicBezTo>
                  <a:pt x="0" y="9672"/>
                  <a:pt x="9669" y="0"/>
                  <a:pt x="21600" y="0"/>
                </a:cubicBezTo>
                <a:close/>
              </a:path>
            </a:pathLst>
          </a:custGeom>
          <a:solidFill>
            <a:srgbClr val="FFFFFF">
              <a:alpha val="784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19735184" name="Shape 1125"/>
          <p:cNvSpPr>
            <a:spLocks noChangeArrowheads="1" noGrp="1"/>
          </p:cNvSpPr>
          <p:nvPr userDrawn="1"/>
        </p:nvSpPr>
        <p:spPr bwMode="auto">
          <a:xfrm>
            <a:off x="1015999" y="4613071"/>
            <a:ext cx="685800" cy="51557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9" y="0"/>
                </a:moveTo>
                <a:lnTo>
                  <a:pt x="21599" y="0"/>
                </a:lnTo>
                <a:cubicBezTo>
                  <a:pt x="33527" y="0"/>
                  <a:pt x="43200" y="9668"/>
                  <a:pt x="43200" y="21599"/>
                </a:cubicBezTo>
                <a:lnTo>
                  <a:pt x="43200" y="21599"/>
                </a:lnTo>
                <a:cubicBezTo>
                  <a:pt x="43200" y="33530"/>
                  <a:pt x="33527" y="43200"/>
                  <a:pt x="21599" y="43200"/>
                </a:cubicBezTo>
                <a:lnTo>
                  <a:pt x="21599" y="43200"/>
                </a:lnTo>
                <a:cubicBezTo>
                  <a:pt x="9671" y="43200"/>
                  <a:pt x="0" y="33530"/>
                  <a:pt x="0" y="21599"/>
                </a:cubicBezTo>
                <a:lnTo>
                  <a:pt x="0" y="21599"/>
                </a:lnTo>
                <a:cubicBezTo>
                  <a:pt x="0" y="9668"/>
                  <a:pt x="9671" y="0"/>
                  <a:pt x="21599" y="0"/>
                </a:cubicBezTo>
                <a:close/>
              </a:path>
            </a:pathLst>
          </a:custGeom>
          <a:solidFill>
            <a:srgbClr val="FFFFFF">
              <a:alpha val="4509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17169838" name="Shape 1138"/>
          <p:cNvSpPr>
            <a:spLocks noChangeArrowheads="1" noGrp="1"/>
          </p:cNvSpPr>
          <p:nvPr userDrawn="1"/>
        </p:nvSpPr>
        <p:spPr bwMode="auto">
          <a:xfrm>
            <a:off x="2311403" y="4372901"/>
            <a:ext cx="796430" cy="5989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25" y="0"/>
                  <a:pt x="43200" y="9675"/>
                  <a:pt x="43200" y="21594"/>
                </a:cubicBezTo>
                <a:lnTo>
                  <a:pt x="43200" y="21594"/>
                </a:lnTo>
                <a:cubicBezTo>
                  <a:pt x="43200" y="33524"/>
                  <a:pt x="33525" y="43200"/>
                  <a:pt x="21600" y="43200"/>
                </a:cubicBezTo>
                <a:lnTo>
                  <a:pt x="21600" y="43200"/>
                </a:lnTo>
                <a:cubicBezTo>
                  <a:pt x="9674" y="43200"/>
                  <a:pt x="0" y="33524"/>
                  <a:pt x="0" y="21594"/>
                </a:cubicBezTo>
                <a:lnTo>
                  <a:pt x="0" y="21594"/>
                </a:lnTo>
                <a:cubicBezTo>
                  <a:pt x="0" y="9675"/>
                  <a:pt x="9674" y="0"/>
                  <a:pt x="21600" y="0"/>
                </a:cubicBezTo>
                <a:close/>
              </a:path>
            </a:pathLst>
          </a:custGeom>
          <a:solidFill>
            <a:srgbClr val="FFFFFF">
              <a:alpha val="7843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31534092" name="Shape 1139"/>
          <p:cNvSpPr>
            <a:spLocks noChangeArrowheads="1" noGrp="1"/>
          </p:cNvSpPr>
          <p:nvPr userDrawn="1"/>
        </p:nvSpPr>
        <p:spPr bwMode="auto">
          <a:xfrm>
            <a:off x="1648462" y="4729109"/>
            <a:ext cx="755507" cy="56812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8" y="0"/>
                </a:moveTo>
                <a:lnTo>
                  <a:pt x="21608" y="0"/>
                </a:lnTo>
                <a:cubicBezTo>
                  <a:pt x="33533" y="0"/>
                  <a:pt x="43200" y="9668"/>
                  <a:pt x="43200" y="21593"/>
                </a:cubicBezTo>
                <a:lnTo>
                  <a:pt x="43200" y="21593"/>
                </a:lnTo>
                <a:cubicBezTo>
                  <a:pt x="43200" y="33519"/>
                  <a:pt x="33533" y="43200"/>
                  <a:pt x="21608" y="43200"/>
                </a:cubicBezTo>
                <a:lnTo>
                  <a:pt x="21608" y="43200"/>
                </a:lnTo>
                <a:cubicBezTo>
                  <a:pt x="9682" y="43200"/>
                  <a:pt x="0" y="33519"/>
                  <a:pt x="0" y="21593"/>
                </a:cubicBezTo>
                <a:lnTo>
                  <a:pt x="0" y="21593"/>
                </a:lnTo>
                <a:cubicBezTo>
                  <a:pt x="0" y="9668"/>
                  <a:pt x="9682" y="0"/>
                  <a:pt x="21608" y="0"/>
                </a:cubicBezTo>
                <a:close/>
              </a:path>
            </a:pathLst>
          </a:custGeom>
          <a:solidFill>
            <a:srgbClr val="FFFFFF">
              <a:alpha val="24705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00047428" name="Shape 1140"/>
          <p:cNvSpPr>
            <a:spLocks noChangeArrowheads="1" noGrp="1"/>
          </p:cNvSpPr>
          <p:nvPr userDrawn="1"/>
        </p:nvSpPr>
        <p:spPr bwMode="auto">
          <a:xfrm>
            <a:off x="1506501" y="5387076"/>
            <a:ext cx="753250" cy="56637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7" y="0"/>
                </a:moveTo>
                <a:lnTo>
                  <a:pt x="21607" y="0"/>
                </a:lnTo>
                <a:cubicBezTo>
                  <a:pt x="33536" y="0"/>
                  <a:pt x="43200" y="9673"/>
                  <a:pt x="43200" y="21599"/>
                </a:cubicBezTo>
                <a:lnTo>
                  <a:pt x="43200" y="21599"/>
                </a:lnTo>
                <a:cubicBezTo>
                  <a:pt x="43200" y="33526"/>
                  <a:pt x="33536" y="43200"/>
                  <a:pt x="21607" y="43200"/>
                </a:cubicBezTo>
                <a:lnTo>
                  <a:pt x="21607" y="43200"/>
                </a:lnTo>
                <a:cubicBezTo>
                  <a:pt x="9679" y="43200"/>
                  <a:pt x="0" y="33526"/>
                  <a:pt x="0" y="21599"/>
                </a:cubicBezTo>
                <a:lnTo>
                  <a:pt x="0" y="21599"/>
                </a:lnTo>
                <a:cubicBezTo>
                  <a:pt x="0" y="9673"/>
                  <a:pt x="9679" y="0"/>
                  <a:pt x="21607" y="0"/>
                </a:cubicBezTo>
                <a:close/>
              </a:path>
            </a:pathLst>
          </a:custGeom>
          <a:solidFill>
            <a:srgbClr val="FFFFFF">
              <a:alpha val="3254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91143254" name="Shape 1141"/>
          <p:cNvSpPr>
            <a:spLocks noChangeArrowheads="1" noGrp="1"/>
          </p:cNvSpPr>
          <p:nvPr userDrawn="1"/>
        </p:nvSpPr>
        <p:spPr bwMode="auto">
          <a:xfrm>
            <a:off x="2370101" y="5855034"/>
            <a:ext cx="893513" cy="67193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25" y="0"/>
                  <a:pt x="43200" y="9674"/>
                  <a:pt x="43200" y="21605"/>
                </a:cubicBezTo>
                <a:lnTo>
                  <a:pt x="43200" y="21605"/>
                </a:lnTo>
                <a:cubicBezTo>
                  <a:pt x="43200" y="33535"/>
                  <a:pt x="33525" y="43200"/>
                  <a:pt x="21600" y="43200"/>
                </a:cubicBezTo>
                <a:lnTo>
                  <a:pt x="21600" y="43200"/>
                </a:lnTo>
                <a:cubicBezTo>
                  <a:pt x="9674" y="43200"/>
                  <a:pt x="0" y="33535"/>
                  <a:pt x="0" y="21605"/>
                </a:cubicBezTo>
                <a:lnTo>
                  <a:pt x="0" y="21605"/>
                </a:lnTo>
                <a:cubicBezTo>
                  <a:pt x="0" y="9674"/>
                  <a:pt x="9674" y="0"/>
                  <a:pt x="21600" y="0"/>
                </a:cubicBezTo>
                <a:close/>
              </a:path>
            </a:pathLst>
          </a:custGeom>
          <a:solidFill>
            <a:srgbClr val="FFFFFF">
              <a:alpha val="7058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96779246" name="Shape 1142"/>
          <p:cNvSpPr>
            <a:spLocks noChangeArrowheads="1" noGrp="1"/>
          </p:cNvSpPr>
          <p:nvPr userDrawn="1"/>
        </p:nvSpPr>
        <p:spPr bwMode="auto">
          <a:xfrm>
            <a:off x="2241977" y="6244482"/>
            <a:ext cx="688339" cy="51780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1" y="0"/>
                </a:moveTo>
                <a:lnTo>
                  <a:pt x="21591" y="0"/>
                </a:lnTo>
                <a:cubicBezTo>
                  <a:pt x="33528" y="0"/>
                  <a:pt x="43198" y="9667"/>
                  <a:pt x="43198" y="21600"/>
                </a:cubicBezTo>
                <a:lnTo>
                  <a:pt x="43198" y="21600"/>
                </a:lnTo>
                <a:cubicBezTo>
                  <a:pt x="43198" y="33519"/>
                  <a:pt x="33528" y="43200"/>
                  <a:pt x="21591" y="43200"/>
                </a:cubicBezTo>
                <a:lnTo>
                  <a:pt x="21591" y="43200"/>
                </a:lnTo>
                <a:cubicBezTo>
                  <a:pt x="9670" y="43200"/>
                  <a:pt x="0" y="33519"/>
                  <a:pt x="0" y="21600"/>
                </a:cubicBezTo>
                <a:lnTo>
                  <a:pt x="0" y="21600"/>
                </a:lnTo>
                <a:cubicBezTo>
                  <a:pt x="0" y="9667"/>
                  <a:pt x="9670" y="0"/>
                  <a:pt x="21591" y="0"/>
                </a:cubicBezTo>
                <a:close/>
              </a:path>
            </a:pathLst>
          </a:custGeom>
          <a:solidFill>
            <a:srgbClr val="FFFFFF">
              <a:alpha val="3097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72021172" name="Shape 1143"/>
          <p:cNvSpPr>
            <a:spLocks noChangeArrowheads="1" noGrp="1"/>
          </p:cNvSpPr>
          <p:nvPr userDrawn="1"/>
        </p:nvSpPr>
        <p:spPr bwMode="auto">
          <a:xfrm>
            <a:off x="3596920" y="5964721"/>
            <a:ext cx="726439" cy="5462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599" y="0"/>
                </a:moveTo>
                <a:lnTo>
                  <a:pt x="21599" y="0"/>
                </a:lnTo>
                <a:cubicBezTo>
                  <a:pt x="33531" y="0"/>
                  <a:pt x="43200" y="9666"/>
                  <a:pt x="43200" y="21605"/>
                </a:cubicBezTo>
                <a:lnTo>
                  <a:pt x="43200" y="21605"/>
                </a:lnTo>
                <a:cubicBezTo>
                  <a:pt x="43200" y="33533"/>
                  <a:pt x="33531" y="43200"/>
                  <a:pt x="21599" y="43200"/>
                </a:cubicBezTo>
                <a:lnTo>
                  <a:pt x="21599" y="43200"/>
                </a:lnTo>
                <a:cubicBezTo>
                  <a:pt x="9666" y="43200"/>
                  <a:pt x="0" y="33533"/>
                  <a:pt x="0" y="21605"/>
                </a:cubicBezTo>
                <a:lnTo>
                  <a:pt x="0" y="21605"/>
                </a:lnTo>
                <a:cubicBezTo>
                  <a:pt x="0" y="9666"/>
                  <a:pt x="9666" y="0"/>
                  <a:pt x="21599" y="0"/>
                </a:cubicBezTo>
                <a:close/>
              </a:path>
            </a:pathLst>
          </a:custGeom>
          <a:solidFill>
            <a:srgbClr val="FFFFFF">
              <a:alpha val="6745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62381122" name="Shape 1144"/>
          <p:cNvSpPr>
            <a:spLocks noChangeArrowheads="1" noGrp="1"/>
          </p:cNvSpPr>
          <p:nvPr userDrawn="1"/>
        </p:nvSpPr>
        <p:spPr bwMode="auto">
          <a:xfrm>
            <a:off x="3037843" y="5578669"/>
            <a:ext cx="977899" cy="73527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6" y="0"/>
                </a:moveTo>
                <a:lnTo>
                  <a:pt x="21606" y="0"/>
                </a:lnTo>
                <a:cubicBezTo>
                  <a:pt x="33524" y="0"/>
                  <a:pt x="43200" y="9671"/>
                  <a:pt x="43200" y="21599"/>
                </a:cubicBezTo>
                <a:lnTo>
                  <a:pt x="43200" y="21599"/>
                </a:lnTo>
                <a:cubicBezTo>
                  <a:pt x="43200" y="33528"/>
                  <a:pt x="33524" y="43200"/>
                  <a:pt x="21606" y="43200"/>
                </a:cubicBezTo>
                <a:lnTo>
                  <a:pt x="21606" y="43200"/>
                </a:lnTo>
                <a:cubicBezTo>
                  <a:pt x="9674" y="43200"/>
                  <a:pt x="0" y="33528"/>
                  <a:pt x="0" y="21599"/>
                </a:cubicBezTo>
                <a:lnTo>
                  <a:pt x="0" y="21599"/>
                </a:lnTo>
                <a:cubicBezTo>
                  <a:pt x="0" y="9671"/>
                  <a:pt x="9674" y="0"/>
                  <a:pt x="21606" y="0"/>
                </a:cubicBezTo>
                <a:close/>
              </a:path>
            </a:pathLst>
          </a:custGeom>
          <a:solidFill>
            <a:srgbClr val="FFFFFF">
              <a:alpha val="31372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495472282" name="Shape 1147"/>
          <p:cNvSpPr>
            <a:spLocks noChangeArrowheads="1" noGrp="1"/>
          </p:cNvSpPr>
          <p:nvPr userDrawn="1"/>
        </p:nvSpPr>
        <p:spPr bwMode="auto">
          <a:xfrm>
            <a:off x="2609712" y="36827"/>
            <a:ext cx="752403" cy="56589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0" y="0"/>
                </a:moveTo>
                <a:lnTo>
                  <a:pt x="21600" y="0"/>
                </a:lnTo>
                <a:cubicBezTo>
                  <a:pt x="33541" y="0"/>
                  <a:pt x="43200" y="9670"/>
                  <a:pt x="43200" y="21593"/>
                </a:cubicBezTo>
                <a:lnTo>
                  <a:pt x="43200" y="21593"/>
                </a:lnTo>
                <a:cubicBezTo>
                  <a:pt x="43200" y="33529"/>
                  <a:pt x="33541" y="43200"/>
                  <a:pt x="21600" y="43200"/>
                </a:cubicBezTo>
                <a:lnTo>
                  <a:pt x="21600" y="43200"/>
                </a:lnTo>
                <a:cubicBezTo>
                  <a:pt x="9673" y="43200"/>
                  <a:pt x="0" y="33529"/>
                  <a:pt x="0" y="21593"/>
                </a:cubicBezTo>
                <a:lnTo>
                  <a:pt x="0" y="21593"/>
                </a:lnTo>
                <a:cubicBezTo>
                  <a:pt x="0" y="9670"/>
                  <a:pt x="9673" y="0"/>
                  <a:pt x="21600" y="0"/>
                </a:cubicBezTo>
                <a:close/>
              </a:path>
            </a:pathLst>
          </a:custGeom>
          <a:solidFill>
            <a:srgbClr val="FFFFFF">
              <a:alpha val="14509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46140692" name="Shape 1148"/>
          <p:cNvSpPr>
            <a:spLocks noChangeArrowheads="1" noGrp="1"/>
          </p:cNvSpPr>
          <p:nvPr userDrawn="1"/>
        </p:nvSpPr>
        <p:spPr bwMode="auto">
          <a:xfrm>
            <a:off x="2272174" y="35715"/>
            <a:ext cx="748734" cy="563041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1608" y="0"/>
                </a:moveTo>
                <a:lnTo>
                  <a:pt x="21608" y="0"/>
                </a:lnTo>
                <a:cubicBezTo>
                  <a:pt x="33527" y="0"/>
                  <a:pt x="43200" y="9670"/>
                  <a:pt x="43200" y="21593"/>
                </a:cubicBezTo>
                <a:lnTo>
                  <a:pt x="43200" y="21593"/>
                </a:lnTo>
                <a:cubicBezTo>
                  <a:pt x="43200" y="33529"/>
                  <a:pt x="33527" y="43200"/>
                  <a:pt x="21608" y="43200"/>
                </a:cubicBezTo>
                <a:lnTo>
                  <a:pt x="21608" y="43200"/>
                </a:lnTo>
                <a:cubicBezTo>
                  <a:pt x="9672" y="43200"/>
                  <a:pt x="0" y="33529"/>
                  <a:pt x="0" y="21593"/>
                </a:cubicBezTo>
                <a:lnTo>
                  <a:pt x="0" y="21593"/>
                </a:lnTo>
                <a:cubicBezTo>
                  <a:pt x="0" y="9670"/>
                  <a:pt x="9672" y="0"/>
                  <a:pt x="21608" y="0"/>
                </a:cubicBezTo>
                <a:close/>
              </a:path>
            </a:pathLst>
          </a:custGeom>
          <a:solidFill>
            <a:srgbClr val="FFFFFF">
              <a:alpha val="16470"/>
            </a:srgb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620778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9253" y="1600203"/>
            <a:ext cx="10577333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5873613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15413" y="6356353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B7184183-74E9-4393-9769-E1D9236041BE}" type="datetimeFigureOut">
              <a:rPr/>
              <a:t>22.10.2013</a:t>
            </a:fld>
            <a:endParaRPr/>
          </a:p>
        </p:txBody>
      </p:sp>
      <p:sp>
        <p:nvSpPr>
          <p:cNvPr id="6815513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3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89739482" name="Title 1"/>
          <p:cNvSpPr>
            <a:spLocks noGrp="1"/>
          </p:cNvSpPr>
          <p:nvPr>
            <p:ph type="title"/>
          </p:nvPr>
        </p:nvSpPr>
        <p:spPr bwMode="auto">
          <a:xfrm>
            <a:off x="787829" y="274638"/>
            <a:ext cx="1058875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3646614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592277" y="6356353"/>
            <a:ext cx="2784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6">
                    <a:lumMod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A530004-958A-4E15-9840-E9741BECB0F3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 b="1">
          <a:solidFill>
            <a:schemeClr val="accent6">
              <a:lumMod val="50000"/>
            </a:schemeClr>
          </a:solidFill>
          <a:latin typeface="+mj-lt"/>
          <a:ea typeface="+mj-ea"/>
          <a:cs typeface="Arial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accent6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308500" name="Cím 1"/>
          <p:cNvSpPr>
            <a:spLocks noGrp="1"/>
          </p:cNvSpPr>
          <p:nvPr>
            <p:ph type="ctrTitle"/>
          </p:nvPr>
        </p:nvSpPr>
        <p:spPr bwMode="auto">
          <a:xfrm flipH="0" flipV="0">
            <a:off x="623395" y="2217295"/>
            <a:ext cx="7383251" cy="249836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r">
              <a:defRPr/>
            </a:pPr>
            <a:r>
              <a:rPr lang="sk-SK" sz="4400" b="1" i="0" u="none" strike="noStrike" cap="none" spc="0">
                <a:solidFill>
                  <a:schemeClr val="accent6">
                    <a:lumMod val="50000"/>
                  </a:schemeClr>
                </a:solidFill>
                <a:latin typeface="Arial"/>
                <a:ea typeface="Arial"/>
                <a:cs typeface="Arial"/>
              </a:rPr>
              <a:t>FUZZY LOGIKA ALKALMAZÁSA FORGALMI JELZŐLÁMPÁK IRÁNYÍTÁSÁRA</a:t>
            </a:r>
            <a:endParaRPr lang="hu-HU"/>
          </a:p>
        </p:txBody>
      </p:sp>
      <p:sp>
        <p:nvSpPr>
          <p:cNvPr id="899745080" name="Alcím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-21860" y="5839917"/>
            <a:ext cx="4864032" cy="1026201"/>
          </a:xfrm>
        </p:spPr>
        <p:txBody>
          <a:bodyPr/>
          <a:lstStyle/>
          <a:p>
            <a:pPr marL="0" indent="0" algn="l">
              <a:buFont typeface="Arial"/>
              <a:buNone/>
              <a:defRPr/>
            </a:pPr>
            <a:r>
              <a:rPr lang="sk-SK">
                <a:solidFill>
                  <a:schemeClr val="tx1"/>
                </a:solidFill>
              </a:rPr>
              <a:t>Bc. Juraj Lukovics</a:t>
            </a:r>
            <a:br>
              <a:rPr lang="sk-SK">
                <a:solidFill>
                  <a:schemeClr val="tx1"/>
                </a:solidFill>
              </a:rPr>
            </a:br>
            <a:r>
              <a:rPr lang="sk-SK">
                <a:solidFill>
                  <a:schemeClr val="tx1"/>
                </a:solidFill>
              </a:rPr>
              <a:t>2025, Komárno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1639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Forgalomirányítás kihívásai</a:t>
            </a:r>
            <a:endParaRPr/>
          </a:p>
        </p:txBody>
      </p:sp>
      <p:sp>
        <p:nvSpPr>
          <p:cNvPr id="99908986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Közúti közlekedésben évről évre többen vesznek részt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Fontos a megbízható és gyors irányítástechnika, mivel emberéletek múlhatnak rajta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Fontos az utazási idő lecsökkentése -&gt; kevesebb dugó -&gt; kevesebb szmog -&gt; élhetőbb városrészek</a:t>
            </a:r>
            <a:endParaRPr lang="sk-SK"/>
          </a:p>
          <a:p>
            <a:pPr>
              <a:buFont typeface="Arial"/>
              <a:buChar char="–"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2041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Munka motivációja</a:t>
            </a:r>
            <a:endParaRPr/>
          </a:p>
        </p:txBody>
      </p:sp>
      <p:sp>
        <p:nvSpPr>
          <p:cNvPr id="382726947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Egy kereszteződés lemodellezése Simulink-ben a SimEvents blokkjainak a segítségével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Ennek a kereszteződésnek a vezérlése fuzzy logika segítségével</a:t>
            </a:r>
            <a:endParaRPr lang="sk-SK"/>
          </a:p>
          <a:p>
            <a:pPr>
              <a:lnSpc>
                <a:spcPct val="150000"/>
              </a:lnSpc>
              <a:buFont typeface="Arial"/>
              <a:buChar char="–"/>
              <a:defRPr/>
            </a:pPr>
            <a:r>
              <a:rPr lang="sk-SK"/>
              <a:t>Fuzzy logikával vezérelt, illetve hagyományos időosztásos módszerrel vezérelt kereszteződés összehasonlítása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8295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Járművek szimulálása</a:t>
            </a:r>
            <a:endParaRPr/>
          </a:p>
        </p:txBody>
      </p:sp>
      <p:sp>
        <p:nvSpPr>
          <p:cNvPr id="133870458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A közlekedésben több járműfajta van és ezek rendelkeznek egy bizonyos gyakorisággal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Más-más intergenerációs idő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 lang="sk-SK"/>
          </a:p>
        </p:txBody>
      </p:sp>
      <p:pic>
        <p:nvPicPr>
          <p:cNvPr id="119662036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2991" y="3563941"/>
            <a:ext cx="3671065" cy="2562224"/>
          </a:xfrm>
          <a:prstGeom prst="rect">
            <a:avLst/>
          </a:prstGeom>
        </p:spPr>
      </p:pic>
      <p:pic>
        <p:nvPicPr>
          <p:cNvPr id="138610385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262827" y="3863185"/>
            <a:ext cx="3483688" cy="2133599"/>
          </a:xfrm>
          <a:prstGeom prst="rect">
            <a:avLst/>
          </a:prstGeom>
        </p:spPr>
      </p:pic>
      <p:pic>
        <p:nvPicPr>
          <p:cNvPr id="185649891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324262" y="3739360"/>
            <a:ext cx="3889129" cy="2381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424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Kereszteződéshez érkezés szimulálása</a:t>
            </a:r>
            <a:endParaRPr/>
          </a:p>
        </p:txBody>
      </p:sp>
      <p:sp>
        <p:nvSpPr>
          <p:cNvPr id="202667074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A járművek sorban állnak, egy-egy út kapacitását a RoadCapacity1,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RoadCapacity2,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RoadCapacity3, </a:t>
            </a:r>
            <a:r>
              <a:rPr lang="sk-SK" sz="3200" b="0" i="0" u="none" strike="noStrike" cap="none" spc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rPr>
              <a:t>RoadCapacity4</a:t>
            </a:r>
            <a:r>
              <a:rPr lang="sk-SK"/>
              <a:t> változók jelölik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0487708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3201024" y="3296169"/>
            <a:ext cx="5439069" cy="3296169"/>
          </a:xfrm>
          <a:prstGeom prst="rect">
            <a:avLst/>
          </a:prstGeom>
          <a:noFill/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4934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 szerkezete</a:t>
            </a:r>
            <a:endParaRPr/>
          </a:p>
        </p:txBody>
      </p:sp>
      <p:sp>
        <p:nvSpPr>
          <p:cNvPr id="84118502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Forgalmi lámpák – ezek engedik vagy tartják fent a járműveket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Kereszteződés közepe – itt egyszerre csak 2 autó lehet ebben a modelben</a:t>
            </a:r>
            <a:endParaRPr/>
          </a:p>
        </p:txBody>
      </p:sp>
      <p:pic>
        <p:nvPicPr>
          <p:cNvPr id="158280459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6095999" y="3203873"/>
            <a:ext cx="3418954" cy="333418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05417317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82930" y="3863183"/>
            <a:ext cx="2218893" cy="22188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7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Kereszteződés</a:t>
            </a:r>
            <a:endParaRPr/>
          </a:p>
        </p:txBody>
      </p:sp>
      <p:sp>
        <p:nvSpPr>
          <p:cNvPr id="31377995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4 bejárat 4 forgalmi lámpa</a:t>
            </a:r>
            <a:endParaRPr lang="sk-SK"/>
          </a:p>
          <a:p>
            <a:pPr>
              <a:buFont typeface="Arial"/>
              <a:buChar char="–"/>
              <a:defRPr/>
            </a:pPr>
            <a:r>
              <a:rPr lang="sk-SK"/>
              <a:t>Egyszerre 2 forgalmi</a:t>
            </a:r>
            <a:br>
              <a:rPr lang="sk-SK"/>
            </a:br>
            <a:r>
              <a:rPr lang="sk-SK"/>
              <a:t>lámpát irányítunk</a:t>
            </a:r>
            <a:endParaRPr/>
          </a:p>
          <a:p>
            <a:pPr>
              <a:buFont typeface="Arial"/>
              <a:buChar char="–"/>
              <a:defRPr/>
            </a:pPr>
            <a:r>
              <a:rPr lang="sk-SK"/>
              <a:t>A keresztezés közepén</a:t>
            </a:r>
            <a:br>
              <a:rPr lang="sk-SK"/>
            </a:br>
            <a:r>
              <a:rPr lang="sk-SK"/>
              <a:t>minden jármű más-más</a:t>
            </a:r>
            <a:br>
              <a:rPr lang="sk-SK"/>
            </a:br>
            <a:r>
              <a:rPr lang="sk-SK"/>
              <a:t>időt tölt el</a:t>
            </a:r>
            <a:endParaRPr lang="sk-SK"/>
          </a:p>
        </p:txBody>
      </p:sp>
      <p:pic>
        <p:nvPicPr>
          <p:cNvPr id="4220919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6544497" y="1600203"/>
            <a:ext cx="4655165" cy="4481264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27875443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61357" y="4697416"/>
            <a:ext cx="4933949" cy="1428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9218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</a:t>
            </a:r>
            <a:r>
              <a:rPr lang="sk-SK"/>
              <a:t> I.</a:t>
            </a:r>
            <a:endParaRPr/>
          </a:p>
        </p:txBody>
      </p:sp>
      <p:sp>
        <p:nvSpPr>
          <p:cNvPr id="12744157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2 bemenet: forgalmi sorhossz, átlagos várakozási idő</a:t>
            </a:r>
            <a:endParaRPr/>
          </a:p>
        </p:txBody>
      </p:sp>
      <p:pic>
        <p:nvPicPr>
          <p:cNvPr id="176720968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799253" y="2215268"/>
            <a:ext cx="4110749" cy="391089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67292426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7236657" y="2215268"/>
            <a:ext cx="4139929" cy="3910897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59549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 II.</a:t>
            </a:r>
            <a:endParaRPr/>
          </a:p>
        </p:txBody>
      </p:sp>
      <p:sp>
        <p:nvSpPr>
          <p:cNvPr id="55153254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Egy kimenet -&gt; ez </a:t>
            </a:r>
            <a:br>
              <a:rPr lang="sk-SK"/>
            </a:br>
            <a:r>
              <a:rPr lang="sk-SK"/>
              <a:t>jelenti az adott </a:t>
            </a:r>
            <a:br>
              <a:rPr lang="sk-SK"/>
            </a:br>
            <a:r>
              <a:rPr lang="sk-SK"/>
              <a:t>forgalmi lámpacsoport</a:t>
            </a:r>
            <a:br>
              <a:rPr lang="sk-SK"/>
            </a:br>
            <a:r>
              <a:rPr lang="sk-SK"/>
              <a:t>erősségét (ha erősebb</a:t>
            </a:r>
            <a:br>
              <a:rPr lang="sk-SK"/>
            </a:br>
            <a:r>
              <a:rPr lang="sk-SK"/>
              <a:t>a másik csoportnál, </a:t>
            </a:r>
            <a:br>
              <a:rPr lang="sk-SK"/>
            </a:br>
            <a:r>
              <a:rPr lang="sk-SK"/>
              <a:t>akkor átváltanak </a:t>
            </a:r>
            <a:br>
              <a:rPr lang="sk-SK"/>
            </a:br>
            <a:r>
              <a:rPr lang="sk-SK"/>
              <a:t>zöldra)</a:t>
            </a:r>
            <a:endParaRPr lang="sk-SK"/>
          </a:p>
        </p:txBody>
      </p:sp>
      <p:pic>
        <p:nvPicPr>
          <p:cNvPr id="165765598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5941271" y="1290832"/>
            <a:ext cx="5435314" cy="5144704"/>
          </a:xfrm>
          <a:prstGeom prst="rect">
            <a:avLst/>
          </a:prstGeom>
          <a:ln w="1269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0797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Fuzzy logika III.</a:t>
            </a:r>
            <a:endParaRPr/>
          </a:p>
        </p:txBody>
      </p:sp>
      <p:sp>
        <p:nvSpPr>
          <p:cNvPr id="173244714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buFont typeface="Arial"/>
              <a:buChar char="–"/>
              <a:defRPr/>
            </a:pPr>
            <a:r>
              <a:rPr lang="sk-SK"/>
              <a:t>9 db szabály</a:t>
            </a:r>
            <a:endParaRPr lang="sk-SK"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6148397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679834" y="2135757"/>
            <a:ext cx="8804745" cy="39904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6640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Forgalom irányítása</a:t>
            </a:r>
            <a:r>
              <a:rPr lang="sk-SK"/>
              <a:t> fuzzy logikával</a:t>
            </a:r>
            <a:endParaRPr/>
          </a:p>
        </p:txBody>
      </p:sp>
      <p:sp>
        <p:nvSpPr>
          <p:cNvPr id="194935281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sk-SK"/>
              <a:t> </a:t>
            </a:r>
            <a:endParaRPr/>
          </a:p>
        </p:txBody>
      </p:sp>
      <p:pic>
        <p:nvPicPr>
          <p:cNvPr id="44172799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11119" y="1360713"/>
            <a:ext cx="9753599" cy="53244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945689" name="Titl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sk-SK"/>
              <a:t>Forgalom irányítása időosztásos módszerre (10s - 10s)</a:t>
            </a:r>
            <a:endParaRPr/>
          </a:p>
        </p:txBody>
      </p:sp>
      <p:sp>
        <p:nvSpPr>
          <p:cNvPr id="123880141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sk-SK"/>
              <a:t> </a:t>
            </a:r>
            <a:endParaRPr/>
          </a:p>
        </p:txBody>
      </p:sp>
      <p:pic>
        <p:nvPicPr>
          <p:cNvPr id="168925511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14437" y="1524874"/>
            <a:ext cx="9763124" cy="5238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3861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sk-SK"/>
              <a:t>Összehasonlítás</a:t>
            </a:r>
            <a:endParaRPr/>
          </a:p>
        </p:txBody>
      </p:sp>
      <p:sp>
        <p:nvSpPr>
          <p:cNvPr id="74076978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sk-SK"/>
              <a:t> </a:t>
            </a:r>
            <a:endParaRPr/>
          </a:p>
        </p:txBody>
      </p:sp>
      <p:graphicFrame>
        <p:nvGraphicFramePr>
          <p:cNvPr id="1941400870" name=""/>
          <p:cNvGraphicFramePr>
            <a:graphicFrameLocks xmlns:a="http://schemas.openxmlformats.org/drawingml/2006/main"/>
          </p:cNvGraphicFramePr>
          <p:nvPr/>
        </p:nvGraphicFramePr>
        <p:xfrm>
          <a:off x="787828" y="1642463"/>
          <a:ext cx="8408275" cy="1076870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15211"/>
                <a:gridCol w="2115211"/>
                <a:gridCol w="2115211"/>
                <a:gridCol w="2115211"/>
                <a:gridCol w="2115211"/>
              </a:tblGrid>
              <a:tr h="970616">
                <a:tc>
                  <a:txBody>
                    <a:bodyPr/>
                    <a:p>
                      <a:pPr>
                        <a:defRPr/>
                      </a:pP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Fuzzy 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Időosztásos (10s - 10s)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Eltérés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Százalékos eltérés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</a:tr>
              <a:tr h="710013"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Rövidtáv (100s)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164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160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4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~2,44%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</a:tr>
              <a:tr h="683420"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Középtáv (500s)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851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846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5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~0,59%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</a:tr>
              <a:tr h="970616">
                <a:tc>
                  <a:txBody>
                    <a:bodyPr/>
                    <a:p>
                      <a:pPr>
                        <a:defRPr/>
                      </a:pPr>
                      <a:r>
                        <a:rPr lang="hu-HU">
                          <a:solidFill>
                            <a:schemeClr val="tx1"/>
                          </a:solidFill>
                        </a:rPr>
                        <a:t>Hosszútáv (900s)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1563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1557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6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sk-SK">
                          <a:solidFill>
                            <a:schemeClr val="tx1"/>
                          </a:solidFill>
                        </a:rPr>
                        <a:t>~0,39%</a:t>
                      </a:r>
                      <a:endParaRPr lang="hu-HU">
                        <a:solidFill>
                          <a:schemeClr val="tx1"/>
                        </a:solidFill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7911507" name="Title 1"/>
          <p:cNvSpPr>
            <a:spLocks noGrp="1"/>
          </p:cNvSpPr>
          <p:nvPr>
            <p:ph type="title"/>
          </p:nvPr>
        </p:nvSpPr>
        <p:spPr bwMode="auto">
          <a:xfrm>
            <a:off x="787829" y="2914424"/>
            <a:ext cx="10588757" cy="1143000"/>
          </a:xfrm>
        </p:spPr>
        <p:txBody>
          <a:bodyPr/>
          <a:lstStyle/>
          <a:p>
            <a:pPr>
              <a:defRPr/>
            </a:pPr>
            <a:r>
              <a:rPr lang="sk-SK"/>
              <a:t>Köszönöm a figyelmet!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ial">
  <a:themeElements>
    <a:clrScheme name="Official">
      <a:dk1>
        <a:srgbClr val="000000"/>
      </a:dk1>
      <a:lt1>
        <a:srgbClr val="FFFFFF"/>
      </a:lt1>
      <a:dk2>
        <a:srgbClr val="434342"/>
      </a:dk2>
      <a:lt2>
        <a:srgbClr val="CDD7D9"/>
      </a:lt2>
      <a:accent1>
        <a:srgbClr val="797B7E"/>
      </a:accent1>
      <a:accent2>
        <a:srgbClr val="F96A1B"/>
      </a:accent2>
      <a:accent3>
        <a:srgbClr val="08A1D9"/>
      </a:accent3>
      <a:accent4>
        <a:srgbClr val="7C984A"/>
      </a:accent4>
      <a:accent5>
        <a:srgbClr val="C2AD8D"/>
      </a:accent5>
      <a:accent6>
        <a:srgbClr val="506E94"/>
      </a:accent6>
      <a:hlink>
        <a:srgbClr val="5F5F5F"/>
      </a:hlink>
      <a:folHlink>
        <a:srgbClr val="969696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ONLYOFFICE/9.2.0.100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</cp:revision>
  <dcterms:modified xsi:type="dcterms:W3CDTF">2025-12-09T12:31:50Z</dcterms:modified>
</cp:coreProperties>
</file>